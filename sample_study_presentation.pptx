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NOTES: Emphasize that Machine Learning is a subset of AI. Remind students that the midterm exam will cover Supervised vs Unsupervised learning definitions!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PRESENTER NOTE: Make sure to explain the difference between regression (predicting temperature/price) and classification (predicting spam/not spam). Students often confuse these two on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 UNDER SLIDE 3: Clustering (k-means) and Principal Component Analysis (PCA) are prime examples of Unsupervised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to Machine Learning &amp; Neural Networks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Computer Science Study Guide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Supervised Learning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Supervised learning relies on labeled training data.</a:t>
            </a:r>
          </a:p>
          <a:p>
            <a:pPr lvl="1"/>
            <a:r>
              <a:t>Key Algorithms:</a:t>
            </a:r>
          </a:p>
          <a:p>
            <a:pPr lvl="2"/>
            <a:r>
              <a:t>Linear Regression (predicting continuous values)</a:t>
            </a:r>
          </a:p>
          <a:p>
            <a:pPr lvl="2"/>
            <a:r>
              <a:t>Decision Trees &amp; Random Forests (classification)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Comparison: Supervised vs Unsupervised Learning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914400">
                <a:tc>
                  <a:txBody>
                    <a:bodyPr/>
                    <a:lstStyle/>
                    <a:p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Supervised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Unsupervised Learning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Labeled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Unlabeled Data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Predict outcomes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Find hidden patterns / clusters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